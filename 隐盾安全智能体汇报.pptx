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这张图里，框架负责识别、脱敏、权限、审批、审计；模型只负责推理，而且只看见占位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过校验位，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AI 越好用，越不能把原文交出去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四个常见泄露点 + 一张图：哪些由框架做，哪些交给模型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8308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1109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58568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3784" y="178308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0088" y="191109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0088" y="2258568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20040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284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7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3784" y="320040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0088" y="33284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3675887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1783080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一张图看懂分工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你的数据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姓名 / 文件
都在本机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22592" y="2148840"/>
            <a:ext cx="1389888" cy="105156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14031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黑体"/>
                <a:ea typeface="黑体"/>
              </a:rPr>
              <a:t>隐盾内核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4031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FFFFF"/>
                </a:solidFill>
                <a:latin typeface="黑体"/>
                <a:ea typeface="黑体"/>
              </a:rPr>
              <a:t>脱敏 · 权限
审批 · 审计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58784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50224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模型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0224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只做推理
只看见占位符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94976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86415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本机还原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6415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占位符换回真值
再显示给你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3310128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框架负责：识别、脱敏、权限、审批、审计；模型只负责推理。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3621024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模型只收到占位符；真值不离开本机。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3986784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4526280"/>
            <a:ext cx="111739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" y="489204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2C13"/>
                </a:solidFill>
                <a:latin typeface="黑体"/>
                <a:ea typeface="黑体"/>
              </a:rPr>
              <a:t>不是「少用 AI」，而是「放心用 AI」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三个能力，四个目标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先看三个能力，再看四个目标；普通功能不单独占页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17190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三个能力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9392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48006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四个目标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4136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44584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44584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Luhn；身份证过 GB11643；人名看姓氏表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demo_kb_hi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