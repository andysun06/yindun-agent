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三个能力，四个目标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先看三个能力，再看四个目标；普通功能不单独占页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7190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三个能力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800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四个目标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