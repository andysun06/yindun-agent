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开场不念目录。第一句话：AI 越普及，用户越会把敏感数据交给智能体，我们做的是让这件事变得敢用。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我们做隐盾的初衷很现实：AI 越普及，用户越会把个人信息、敏感文件甚至企业核心数据交给智能体；一旦在传输、存储或处理中泄露、被滥用，损失难以估量。一个值得信赖的智能体不仅要聪明，更要让人敢用。我们把脱敏做进模型入口：数据进模型前换成占位符，回答回本机再还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功能按三组讲：对话与资料、文件操作与审计、统一后台。普通功能不单独占页，重点看后面三个关键动作。预期目标四个：可用——本机 2B/4B 量化模型，不需要 GPU；不可见——对已识别实体，出网明文 0 例；可审计——每次操作留痕；可部署——两个免安装 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过校验位，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72768"/>
            <a:ext cx="88879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黑体"/>
                <a:ea typeface="黑体"/>
              </a:rPr>
              <a:t>隐盾安全智能体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/>
                <a:ea typeface="黑体"/>
              </a:rPr>
              <a:t>面向数据隐私安全的 AI 协同办公桌面智能体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让 AI 看得见任务，看不见隐私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761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星辰大海 团队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计算机科学与网络工程学院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指导老师：王艳        队长：余齐政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队员：孙良硕　薛晓晴　陈俊豪　张晶</a:t>
            </a:r>
          </a:p>
          <a:p>
            <a:pPr algn="ctr">
              <a:lnSpc>
                <a:spcPct val="117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/>
            </a: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/>
                <a:ea typeface="黑体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数据越敏感，越需要 AI；却越不能把数据交出去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出网、落盘、留痕、执行——四个环节都是泄露面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984248"/>
            <a:ext cx="2670048" cy="16002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0552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出网面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551176"/>
            <a:ext cx="2359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模型 API 把明文发往外部，
云端日志长期留存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984248"/>
            <a:ext cx="2670048" cy="16002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8728" y="2130552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落盘面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551176"/>
            <a:ext cx="2359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缓存、运行日志与存档
把明文写进本地磁盘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3721608"/>
            <a:ext cx="2670048" cy="16002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867912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留痕面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288536"/>
            <a:ext cx="2359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会话、知识库、向量库
沉淀明文，回溯时再暴露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74136" y="3721608"/>
            <a:ext cx="2670048" cy="16002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8728" y="3867912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执行面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288536"/>
            <a:ext cx="2359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模型未经确认就写删改文件，
高危操作直接落地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01968" y="1984248"/>
            <a:ext cx="5084064" cy="1901952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2103120"/>
            <a:ext cx="4718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黑体"/>
                <a:ea typeface="黑体"/>
              </a:rPr>
              <a:t>产品定位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4848" y="2450592"/>
            <a:ext cx="4718304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FFFFFF"/>
                </a:solidFill>
                <a:latin typeface="黑体"/>
                <a:ea typeface="黑体"/>
              </a:rPr>
              <a:t>面向涉密办公场景的本地化
隐私防护桌面智能体
数据进模型前脱敏，回答回本机还原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1968" y="4087368"/>
            <a:ext cx="5084064" cy="1444752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4848" y="4206240"/>
            <a:ext cx="4718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目标用户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4599432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F2329"/>
                </a:solidFill>
                <a:latin typeface="Times New Roman"/>
                <a:ea typeface="Times New Roman"/>
              </a:rPr>
              <a:t>· 律所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7" y="4599432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F2329"/>
                </a:solidFill>
                <a:latin typeface="Times New Roman"/>
                <a:ea typeface="Times New Roman"/>
              </a:rPr>
              <a:t>· 医院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4848" y="5010912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F2329"/>
                </a:solidFill>
                <a:latin typeface="Times New Roman"/>
                <a:ea typeface="Times New Roman"/>
              </a:rPr>
              <a:t>· 制造企业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16567" y="5010912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F2329"/>
                </a:solidFill>
                <a:latin typeface="Times New Roman"/>
                <a:ea typeface="Times New Roman"/>
              </a:rPr>
              <a:t>· 政府外包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2064" y="571500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064" y="5852160"/>
            <a:ext cx="11173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2C13"/>
                </a:solidFill>
                <a:latin typeface="黑体"/>
                <a:ea typeface="黑体"/>
              </a:rPr>
              <a:t>不是“少用 AI”，而是“放心用 AI”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三组能力，四个目标：可用、不可见、可审计、可部署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普通功能不单独占页；把时间留给能证明差异的三个关键动作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920240"/>
            <a:ext cx="3566160" cy="30175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0574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01 对话与资料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542032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脱敏对话：27 类实体替换为占位符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291839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脱敏知识库：入库即脱敏，向量库零明文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041648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检索结果标注“片段不是全文”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9392" y="1920240"/>
            <a:ext cx="3566160" cy="30175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20574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02 文件操作与审计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272" y="2542032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15 个文件/办公工具，覆盖桌面/文档/下载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3291839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写盘、删除、命令执行前熔断审批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4041648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工具调用、审批、还原全部写入哈希链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1920240"/>
            <a:ext cx="3566160" cy="30175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0574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03 统一后台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542032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控制面只汇总掩码事件与元数据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291839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策略只能收紧，上报默认关闭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041648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插件：能力可扩展，判定权不外包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5212080"/>
            <a:ext cx="2670048" cy="12984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321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可用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669280"/>
            <a:ext cx="23957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2B/4B 量化模型 · CPU 可跑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74136" y="5212080"/>
            <a:ext cx="2670048" cy="12984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0440" y="5321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不可见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5669280"/>
            <a:ext cx="23957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已识别实体出网明文 0 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6208" y="5212080"/>
            <a:ext cx="2670048" cy="12984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82512" y="5321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可审计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5669280"/>
            <a:ext cx="23957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工具 / 审批 / 还原全部留痕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98280" y="5212080"/>
            <a:ext cx="2670048" cy="12984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44584" y="5321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可部署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44584" y="5669280"/>
            <a:ext cx="23957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两个免安装 exe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模型全程看不见真值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识别在本地、由规则完成；模型只负责推理，不负责判断哪些是隐私</a:t>
            </a:r>
          </a:p>
        </p:txBody>
      </p:sp>
      <p:pic>
        <p:nvPicPr>
          <p:cNvPr id="14" name="Picture 13" descr="demo_privacy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完整流程：输入 → 发送 → 模型加载 → 回答还原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本地正则 + 精验，不调用模型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80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手机号看 11 位；银行卡过 Luhn；身份证过 GB11643；人名看姓氏表 ∩ 触发词窗口。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40156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975"/>
                </a:solidFill>
                <a:latin typeface="黑体"/>
                <a:ea typeface="黑体"/>
              </a:rPr>
              <a:t>用户看到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301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Times New Roman"/>
              </a:rPr>
              <a:t>孙良硕 · 13700001111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005072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5826"/>
                </a:solidFill>
                <a:latin typeface="黑体"/>
                <a:ea typeface="黑体"/>
              </a:rPr>
              <a:t>模型看到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23367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Times New Roman"/>
                <a:ea typeface="Times New Roman"/>
              </a:rPr>
              <a:t>[NAME_0_o6g8] · [PHONE_0_gm1z]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663440"/>
            <a:ext cx="48006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975"/>
                </a:solidFill>
                <a:latin typeface="黑体"/>
                <a:ea typeface="黑体"/>
              </a:rPr>
              <a:t>映射表加密、不进模型上下文；回答回本机才还原。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58064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91616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黑体"/>
                <a:ea typeface="黑体"/>
              </a:rPr>
              <a:t>对已识别实体，出网明文 0 例；识别靠规则，不靠模型。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先判用途，再判操作，最后才放行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三层回答三个不同问题；判定权始终在人，不在模型</a:t>
            </a:r>
          </a:p>
        </p:txBody>
      </p:sp>
      <p:pic>
        <p:nvPicPr>
          <p:cNvPr id="14" name="Picture 13" descr="demo_approval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" y="1810512"/>
            <a:ext cx="5939942" cy="3712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961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完整流程：写文件请求 → 弹窗 → 授权 → 执行成功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810512"/>
            <a:ext cx="5029200" cy="40690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938528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20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用途红线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212848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内核确定性规则，不依赖模型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468880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收集个人信息 + 出售/牟利 → 模型和工具之前直接拒绝；外发/公开 → 顶部红色警示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54096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意图预判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328415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内核规则 + 本地模型补充细节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584448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意图 / 数据 / 去向 / 用途；模型只能加重，不能减轻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169663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51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操作风险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443983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决策模型：本机 → 局域网 → 正则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700016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高危 / 中危 / 低危；只评动作本身，来源如实标注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537667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46811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B03A2E"/>
                </a:solidFill>
                <a:latin typeface="黑体"/>
                <a:ea typeface="黑体"/>
              </a:rPr>
              <a:t>用途触线时，「是否相符」不再发言。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审计不是“不可写”，是“可发现”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HMAC-SHA256 哈希链 + 链锚点；每次打开面板都重新校验，不读缓存</a:t>
            </a:r>
          </a:p>
        </p:txBody>
      </p:sp>
      <p:pic>
        <p:nvPicPr>
          <p:cNvPr id="14" name="Picture 13" descr="demo_audit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完整流程：对话完成 → 打开审计 → 滚动查看事件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打开即校验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249424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每次展开面板都重跑链校验与锚点检查；徽标不是缓存。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871216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每条可追溯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182112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工具调用、隐私检测/还原、审批决策都在链上；只存脱敏预览。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803904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六种删改可发现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改中间、尾部截断、降级改写、删锚点等，均有回归用例。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4681728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4754880"/>
            <a:ext cx="45902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B47800"/>
                </a:solidFill>
                <a:latin typeface="黑体"/>
                <a:ea typeface="黑体"/>
              </a:rPr>
              <a:t>边界：能重写整台机器的攻击者超出防护目标。准确说法是“可发现”，不是“物理不可写”。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能力可以加，判定权不外包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决策模型快速适配；插件只做加法；控制面只能收紧</a:t>
            </a:r>
          </a:p>
        </p:txBody>
      </p:sp>
      <p:pic>
        <p:nvPicPr>
          <p:cNvPr id="14" name="Picture 13" descr="demo_plugins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4"/>
            <a:ext cx="5394960" cy="3371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266944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插件页：能力清单、运行状态与启停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10512"/>
            <a:ext cx="5532120" cy="37033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2024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 · 快速适配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231136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近一个月走红的决策模型，我们第一时间接进项目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523744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· 判断动作本身危不危险，输出高/中/低危
· 本机优先 → 局域网 → 正则回退，来源标明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2461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插件只做加法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5387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判定类钩子永久禁止：approve / mask / bypass / whitelist
· 载荷净化 · 超时隔离 · 内核兜底 · 启停即收回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控制面只收紧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4531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只上报掩码事件与元数据
· 策略只能收紧；默认关闭，每次上报都写本地审计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749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只做建议、不参与放行；适配层做成插件。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576072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587044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黑体"/>
                <a:ea typeface="黑体"/>
              </a:rPr>
              <a:t>插件是“能力插座”，不是“权限后门”。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四个创新（一）：网关与用途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每一项配一段真实操作，先看它解决什么问题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内存级脱敏网关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入口处完成替换：真值只在本机内存，模型上下文只有占位符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" y="2670048"/>
            <a:ext cx="4572000" cy="2852928"/>
          </a:xfrm>
          <a:prstGeom prst="rect">
            <a:avLst/>
          </a:prstGeom>
          <a:solidFill>
            <a:srgbClr val="F5F9F5"/>
          </a:solidFill>
          <a:ln w="12700">
            <a:solidFill>
              <a:srgbClr val="9AB3A3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7307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5B6975"/>
                </a:solidFill>
                <a:latin typeface="黑体"/>
                <a:ea typeface="黑体"/>
              </a:rPr>
              <a:t>演示 GIF 待补录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4069079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8CA091"/>
                </a:solidFill>
                <a:latin typeface="Times New Roman"/>
                <a:ea typeface="Times New Roman"/>
              </a:rPr>
              <a:t>06_网关占位符.gif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证据：审计里 LLM 输入只有 [NAME_0_x]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先判用途，再判操作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用途触线时直接拒绝：不调用模型，也不给审批放行机会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84264" y="2670048"/>
            <a:ext cx="4572000" cy="2852928"/>
          </a:xfrm>
          <a:prstGeom prst="rect">
            <a:avLst/>
          </a:prstGeom>
          <a:solidFill>
            <a:srgbClr val="F5F9F5"/>
          </a:solidFill>
          <a:ln w="12700">
            <a:solidFill>
              <a:srgbClr val="9AB3A3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84264" y="37307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5B6975"/>
                </a:solidFill>
                <a:latin typeface="黑体"/>
                <a:ea typeface="黑体"/>
              </a:rPr>
              <a:t>演示 GIF 待补录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4069079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8CA091"/>
                </a:solidFill>
                <a:latin typeface="Times New Roman"/>
                <a:ea typeface="Times New Roman"/>
              </a:rPr>
              <a:t>07_用途红线拒绝.gif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证据：个人信息 + 出售/牟利 → 模型前拒绝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四个创新（二）：分级与知识库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第一时间适配；知识库入库即脱敏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决策模型：第一时间适配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近一个月走红，我们第一时间接进项目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" y="2670048"/>
            <a:ext cx="4572000" cy="2852928"/>
          </a:xfrm>
          <a:prstGeom prst="rect">
            <a:avLst/>
          </a:prstGeom>
          <a:solidFill>
            <a:srgbClr val="F5F9F5"/>
          </a:solidFill>
          <a:ln w="12700">
            <a:solidFill>
              <a:srgbClr val="9AB3A3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7307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5B6975"/>
                </a:solidFill>
                <a:latin typeface="黑体"/>
                <a:ea typeface="黑体"/>
              </a:rPr>
              <a:t>演示 GIF 待补录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4069079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8CA091"/>
                </a:solidFill>
                <a:latin typeface="Times New Roman"/>
                <a:ea typeface="Times New Roman"/>
              </a:rPr>
              <a:t>08_laya决策模型.gif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证据：本机→局域网→正则；只做建议、不参与放行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脱敏知识库：入库即脱敏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向量库只存占位符；检索标注“片段不是全文”</a:t>
            </a:r>
          </a:p>
        </p:txBody>
      </p:sp>
      <p:pic>
        <p:nvPicPr>
          <p:cNvPr id="28" name="Picture 27" descr="demo_kb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证据：入库即脱敏；向量库零明文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09 / 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5961888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025896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场景：律所 / 医院 / 制造 / 政府外包　　边界：控制面演示级原型；识别率 264/280（经验值）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黑体"/>
                <a:ea typeface="黑体"/>
              </a:rPr>
              <a:t>敬请各位老师批评指正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隐私保护不该是使用约定，而应是架构约束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识别覆盖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27 类敏感实体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架构承诺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已识别实体 0 明文出网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2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当前版本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V3.6.20 · 2026.10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Times New Roman"/>
                <a:ea typeface="Times New Roman"/>
              </a:rPr>
              <a:t>隐盾 · 面向数据隐私安全的 AI 协同办公桌面智能体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