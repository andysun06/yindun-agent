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开场不念目录。第一句话：涉密办公要用 AI，但敏感原文不能出本机——我们做的是让这件事可落地。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出发点很直接：涉密办公要用 AI，但敏感原文不能出本机。风险集中在四个环节：发给 AI 时原文出网、存到电脑里留下副本、历史记录越积越多、AI 动手时未经确认就写删改。我们对应做了四道本地控制：入口脱敏、脱敏日志加加密存储、会话加密加审计、审批加权限。右边这张图说明分工：你的数据先经过隐盾内核，模型只收到占位符；回答回来由本机还原。框架负责识别、脱敏、权限、审批、审计，模型只做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先总后分：上面一组是三组能力，回答“能做什么”；下面一组是四个目标，回答“做到什么程度”。三组能力分别是对话与资料、文件操作与审计、统一后台；四个目标分别是可用、不可见、可审计、可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链和锚点，徽标不是缓存；现场可以直接点一次盾牌图标验证。左下这张图是实测：删掉尾部 331 条后打开审计面板，锚点记录 5177 条、现有 4846 条，校验立即报“尾部被截断”；重建锚点必须人工确认，不会自动接受被删改的链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gif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涉密办公用 AI：敏感原文不出本机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四个泄露环节，对应四道本地控制；模型只收到占位符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1810512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94767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发给 AI 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286000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聊天内容会离开这台电脑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98648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入口脱敏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43784" y="1810512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0088" y="194767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存到电脑里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2286000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缓存和日志可能留下原文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9008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0088" y="2898648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脱敏日志 + 加密存储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" y="3383280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52044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历史记录里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858768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会话、知识库越积越多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3982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471416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会话加密 + 审计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43784" y="3383280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90088" y="352044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AI 动手时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0088" y="3858768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未经确认就写、删、改文件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90088" y="43982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0088" y="4471416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审批 + 权限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1737360"/>
            <a:ext cx="6245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架构分工：真值止于本机，模型只做推理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04688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本机可信域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2231136"/>
            <a:ext cx="4023360" cy="2542032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559552" y="2542032"/>
            <a:ext cx="93268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96128" y="2615184"/>
            <a:ext cx="859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F2329"/>
                </a:solidFill>
                <a:latin typeface="黑体"/>
                <a:ea typeface="黑体"/>
              </a:rPr>
              <a:t>① 你的数据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2871216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姓名 / 文件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76288" y="2468880"/>
            <a:ext cx="1572768" cy="914400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7728" y="2560320"/>
            <a:ext cx="1389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黑体"/>
                <a:ea typeface="黑体"/>
              </a:rPr>
              <a:t>② 隐盾内核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67728" y="2834640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D6EBE0"/>
                </a:solidFill>
                <a:latin typeface="黑体"/>
                <a:ea typeface="黑体"/>
              </a:rPr>
              <a:t>识别 · 脱敏 · 权限
审批 · 审计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46920" y="2468880"/>
            <a:ext cx="190195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2560320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③ 云端 / 本地模型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2834640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只推理 · 只看见占位符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0" y="3675887"/>
            <a:ext cx="2148840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88352" y="3758184"/>
            <a:ext cx="2002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④ 本机还原：占位符换回真值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92240" y="2916936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8449056" y="2916936"/>
            <a:ext cx="1197864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8540496" y="257860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只发占位符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597896" y="3383280"/>
            <a:ext cx="0" cy="50292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52" name="Connector 51"/>
          <p:cNvCxnSpPr/>
          <p:nvPr/>
        </p:nvCxnSpPr>
        <p:spPr>
          <a:xfrm flipH="1">
            <a:off x="9464040" y="3886200"/>
            <a:ext cx="1133856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9601200" y="3493008"/>
            <a:ext cx="93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返回仍是占位符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546336" y="2286000"/>
            <a:ext cx="0" cy="1874520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070848" y="2029968"/>
            <a:ext cx="9692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信任边界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4297680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框架负责：识别 · 脱敏 · 权限 · 审批 · 审计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4553712"/>
            <a:ext cx="3749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975"/>
                </a:solidFill>
                <a:latin typeface="黑体"/>
                <a:ea typeface="黑体"/>
              </a:rPr>
              <a:t>模型负责：只做推理，只收到占位符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2064" y="4983480"/>
            <a:ext cx="11173968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2064" y="507492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隐盾 = 面向涉密办公的本地化隐私防护桌面智能体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64" y="5394960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B6975"/>
                </a:solidFill>
                <a:latin typeface="黑体"/>
                <a:ea typeface="黑体"/>
              </a:rPr>
              <a:t>数据进模型前脱敏，回答回本机还原；模型侧看不到姓名、文件内容与历史记录。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944" y="586130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C13"/>
                </a:solidFill>
                <a:latin typeface="黑体"/>
                <a:ea typeface="黑体"/>
              </a:rPr>
              <a:t>设计目标：可用 · 不可见 · 可审计 · 可部署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9520" y="5897880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适用：律所 / 医院 / 制造 / 政府外包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三组能力覆盖办公流程，四个目标定义交付标准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能力回答“能做什么”，目标回答“做到什么程度”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1907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74650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一、三组能力 · 能做什么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2084831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脱敏知识库：入库即脱敏，零明文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检索结果标注「片段不是全文」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3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703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15 个文件与办公工具，覆盖常用目录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703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3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工具、审批、还原全部写入哈希链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6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2064" y="455371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458114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二、四个目标 · 做到什么程度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" y="4919472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1206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4670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1129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129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8134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593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1598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57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057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标准安装包 + 单文件试用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模型全程看不见隐私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Luhn；身份证看 18 位形状与出生日期，带分隔符的形态再过校验位；人名看姓氏表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三层立体判断：先用途，再意图，最后操作风险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三层回答三个不同问题；判定权在人，不在模型</a:t>
            </a: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审计黑匣子：每次使用都留痕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打开即校验、可追溯；不可写只是其中一个亮点</a:t>
            </a: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pic>
        <p:nvPicPr>
          <p:cNvPr id="15" name="Picture 14" descr="audit_tamper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50" y="5486400"/>
            <a:ext cx="4296507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19472" y="5577840"/>
            <a:ext cx="12984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03A2E"/>
                </a:solidFill>
                <a:latin typeface="黑体"/>
                <a:ea typeface="黑体"/>
              </a:rPr>
              <a:t>删掉尾部 331 条后
打开审计面板：
校验立即失败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万物皆插件：能力可以通过插件增加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决策模型快速适配；控制端已可用</a:t>
            </a: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控制端已交付：集中看掩码事件、下发更严策略
· 默认关闭；每次上报都写本地审计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边界：控制面演示级原型；识别率 268/280（经验值）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