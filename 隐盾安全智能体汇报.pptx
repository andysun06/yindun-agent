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这张图里，框架负责识别、脱敏、权限、审批、审计；模型只负责推理，而且只看见占位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AI 越好用，越不能把原文交出去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四个常见泄露点 + 一张图：哪些由框架做，哪些交给模型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378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008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378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008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01168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40680" y="2212848"/>
            <a:ext cx="4023360" cy="16276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59552" y="2395728"/>
            <a:ext cx="932688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468880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96128" y="2724912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2331720"/>
            <a:ext cx="1572768" cy="841248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2414016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2679192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2331720"/>
            <a:ext cx="1901952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2414016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26791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3310128"/>
            <a:ext cx="2148840" cy="3931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88352" y="3383280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92240" y="2752344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8449056" y="2752344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8540496" y="241401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597896" y="3172968"/>
            <a:ext cx="0" cy="338328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4" name="Connector 43"/>
          <p:cNvCxnSpPr/>
          <p:nvPr/>
        </p:nvCxnSpPr>
        <p:spPr>
          <a:xfrm flipH="1">
            <a:off x="9464040" y="3511296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9601200" y="3191256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546336" y="2267712"/>
            <a:ext cx="0" cy="1444751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9070848" y="201168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3977639"/>
            <a:ext cx="6245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审计；模型只做推理。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0680" y="4206240"/>
            <a:ext cx="6245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模型只收到占位符，真值不离开本机。适用：律所 / 医院 / 制造 / 政府外包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" y="4526280"/>
            <a:ext cx="11173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489204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不是「少用 AI」，而是「放心用 AI」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三个能力，四个目标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先看三个能力，再看四个目标；普通功能不单独占页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7190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三个能力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800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四个目标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