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过校验位，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数据越敏感，越需要 AI；却越不能把数据交出去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出网、落盘、留痕、执行——四个环节都是泄露面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98424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055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出网面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55117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模型 API 把明文发往外部，
云端日志长期留存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98424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213055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落盘面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55117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缓存、运行日志与存档
把明文写进本地磁盘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72160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86791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留痕面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28853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会话、知识库、向量库
沉淀明文，回溯时再暴露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74136" y="372160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386791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执行面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28853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模型未经确认就写删改文件，
高危操作直接落地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01968" y="1984248"/>
            <a:ext cx="5084064" cy="1901952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10312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黑体"/>
                <a:ea typeface="黑体"/>
              </a:rPr>
              <a:t>产品定位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2450592"/>
            <a:ext cx="4718304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FFFFFF"/>
                </a:solidFill>
                <a:latin typeface="黑体"/>
                <a:ea typeface="黑体"/>
              </a:rPr>
              <a:t>面向涉密办公场景的本地化
隐私防护桌面智能体
数据进模型前脱敏，回答回本机还原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4087368"/>
            <a:ext cx="5084064" cy="1444752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8" y="420624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目标用户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459943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律所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59943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医院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501091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制造企业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6567" y="501091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政府外包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2C13"/>
                </a:solidFill>
                <a:latin typeface="黑体"/>
                <a:ea typeface="黑体"/>
              </a:rPr>
              <a:t>不是“少用 AI”，而是“放心用 AI”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三组能力，四个目标：可用、不可见、可审计、可部署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普通功能不单独占页；把时间留给能证明差异的三个关键动作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检索结果标注“片段不是全文”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9392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4136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440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8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98280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44584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模型全程看不见真值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Luhn；身份证过 GB11643；人名看姓氏表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先判用途，再判操作，最后才放行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三层回答三个不同问题；判定权始终在人，不在模型</a:t>
            </a:r>
          </a:p>
        </p:txBody>
      </p:sp>
      <p:pic>
        <p:nvPicPr>
          <p:cNvPr id="14" name="Picture 13" descr="demo_approval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审计不是“不可写”，是“可发现”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HMAC-SHA256 哈希链 + 链锚点；每次打开面板都重新校验，不读缓存</a:t>
            </a:r>
          </a:p>
        </p:txBody>
      </p:sp>
      <p:pic>
        <p:nvPicPr>
          <p:cNvPr id="14" name="Picture 13" descr="demo_audit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能力可以加，判定权不外包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决策模型快速适配；插件只做加法；控制面只能收紧</a:t>
            </a:r>
          </a:p>
        </p:txBody>
      </p:sp>
      <p:pic>
        <p:nvPicPr>
          <p:cNvPr id="14" name="Picture 13" descr="demo_plugins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只上报掩码事件与元数据
· 策略只能收紧；默认关闭，每次上报都写本地审计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06_网关占位符.gif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8426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8426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07_用途红线拒绝.gif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08_laya决策模型.gif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8" name="Picture 27" descr="demo_kb_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