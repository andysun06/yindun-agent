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这张图里，框架负责识别、脱敏、权限、审批、审计；模型只负责推理，而且只看见占位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过校验位，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是近一个月才火起来的决策模型，我们第一时间接进项目：用它判断动作本身危不危险，本机优先、局域网次之、正则兜底，来源如实标注；它只做建议、不参与放行。插件只有建议型和增强型能力，判定类钩子永久禁止，所以它是能力插座，不是权限后门。控制面只上报掩码事件与元数据，策略只能收紧，默认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第一个创新是内存级脱敏网关：模型物理上看不见真值，机密性是架构保证，不是识别率保证；对已识别实体，出网明文 0 例。第二个是先判用途再判操作：先问这件事该不该做，再问操作对不对得上；收集个人信息去出售，在模型和工具之前就拒绝。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第三个创新是 laya 决策模型的快速适配：它是近一个月才火起来的决策模型，我们第一时间接进项目，用它判断动作本身危不危险；本机优先、局域网次之、正则兜底，只做建议、不参与放行。第四个是脱敏知识库：入库即逐块脱敏，向量库只存占位符，检索结果明确标注片段不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AI 越好用，越不能把原文交出去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四个常见泄露点 + 一张图：哪些由框架做，哪些交给模型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发给 AI 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聊天内容会离开这台电脑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43784" y="178308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0088" y="1911095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存到电脑里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0088" y="2258568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缓存和日志可能留下原文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历史记录里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会话、知识库越积越多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3784" y="3200400"/>
            <a:ext cx="2240280" cy="12344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0088" y="3328416"/>
            <a:ext cx="1947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AI 动手时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0088" y="3675887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329"/>
                </a:solidFill>
                <a:latin typeface="黑体"/>
                <a:ea typeface="黑体"/>
              </a:rPr>
              <a:t>未经确认就写、删、改文件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1783080"/>
            <a:ext cx="6263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一张图看懂分工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你的数据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姓名 / 文件
都在本机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76288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22592" y="2148840"/>
            <a:ext cx="1389888" cy="105156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14031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黑体"/>
                <a:ea typeface="黑体"/>
              </a:rPr>
              <a:t>隐盾内核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4031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FFFFF"/>
                </a:solidFill>
                <a:latin typeface="黑体"/>
                <a:ea typeface="黑体"/>
              </a:rPr>
              <a:t>脱敏 · 权限
审批 · 审计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58784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50224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模型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0224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只做推理
只看见占位符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2542032"/>
            <a:ext cx="146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B6975"/>
                </a:solidFill>
                <a:latin typeface="黑体"/>
                <a:ea typeface="黑体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94976" y="2148840"/>
            <a:ext cx="1389888" cy="105156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86415" y="2240280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本机还原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86415" y="2514600"/>
            <a:ext cx="122529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1F2329"/>
                </a:solidFill>
                <a:latin typeface="黑体"/>
                <a:ea typeface="黑体"/>
              </a:rPr>
              <a:t>占位符换回真值
再显示给你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3310128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框架负责：识别、脱敏、权限、审批、审计；模型只负责推理。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3621024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5B6975"/>
                </a:solidFill>
                <a:latin typeface="黑体"/>
                <a:ea typeface="黑体"/>
              </a:rPr>
              <a:t>模型只收到占位符；真值不离开本机。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0" y="3986784"/>
            <a:ext cx="6172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F2329"/>
                </a:solidFill>
                <a:latin typeface="黑体"/>
                <a:ea typeface="黑体"/>
              </a:rPr>
              <a:t>适用：律所 / 医院 / 制造 / 政府外包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" y="4526280"/>
            <a:ext cx="111739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隐盾 = 面向涉密办公的本地化隐私防护桌面智能体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064" y="4892040"/>
            <a:ext cx="111739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975"/>
                </a:solidFill>
                <a:latin typeface="黑体"/>
                <a:ea typeface="黑体"/>
              </a:rPr>
              <a:t>数据进模型前脱敏，回答回本机还原。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不是「少用 AI」，而是「放心用 AI」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三个能力，四个目标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先看三个能力，再看四个目标；普通功能不单独占页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17190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三个能力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检索结果标注「片段不是全文」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62272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993392"/>
            <a:ext cx="3566160" cy="260604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1031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2542032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18211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22191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8006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黑体"/>
                <a:ea typeface="黑体"/>
              </a:rPr>
              <a:t>四个目标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74136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98280" y="5102352"/>
            <a:ext cx="2670048" cy="123444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44584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44584" y="5541264"/>
            <a:ext cx="23957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模型全程看不见隐私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demo_privacy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完整流程：输入 → 发送 → 模型加载 → 回答还原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800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Luhn；身份证过 GB11643；人名看姓氏表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6301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4800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233672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663440"/>
            <a:ext cx="4800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80644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91616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三层立体判断：先用途，再意图，最后操作风险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三层回答三个不同问题；判定权在人，不在模型</a:t>
            </a:r>
          </a:p>
        </p:txBody>
      </p:sp>
      <p:pic>
        <p:nvPicPr>
          <p:cNvPr id="14" name="Picture 13" descr="demo_approval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" y="1810512"/>
            <a:ext cx="5939942" cy="37124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9612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完整流程：写文件请求 → 弹窗 → 授权 → 执行成功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810512"/>
            <a:ext cx="502920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38528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221284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468880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54096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328415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584448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329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513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443983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决策模型：本机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700016"/>
            <a:ext cx="4251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5376672"/>
            <a:ext cx="461772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546811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审计黑匣子：每次使用都留痕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打开即校验、可追溯；不可写只是其中一个亮点</a:t>
            </a:r>
          </a:p>
        </p:txBody>
      </p:sp>
      <p:pic>
        <p:nvPicPr>
          <p:cNvPr id="14" name="Picture 13" descr="demo_audit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5"/>
            <a:ext cx="5760720" cy="3600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50468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完整流程：对话完成 → 打开审计 → 滚动查看事件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810512"/>
            <a:ext cx="5166360" cy="3749039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9385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49424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每次展开面板都重跑链校验与锚点检查；徽标不是缓存。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871216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82112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803904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4800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改中间、尾部截断、降级改写、删锚点等，均有回归用例。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681728"/>
            <a:ext cx="4800600" cy="713232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84848" y="4754880"/>
            <a:ext cx="45902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B47800"/>
                </a:solidFill>
                <a:latin typeface="黑体"/>
                <a:ea typeface="黑体"/>
              </a:rPr>
              <a:t>边界：能重写整台机器的攻击者超出防护目标。准确说法是“可发现”，不是“物理不可写”。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万物皆插件：能力可以通过插件增加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决策模型快速适配；控制端已可用</a:t>
            </a:r>
          </a:p>
        </p:txBody>
      </p:sp>
      <p:pic>
        <p:nvPicPr>
          <p:cNvPr id="14" name="Picture 13" descr="demo_plugins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1654"/>
            <a:ext cx="5394960" cy="3371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5266944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插件页：能力清单、运行状态与启停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10512"/>
            <a:ext cx="5532120" cy="37033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92024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 · 快速适配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31136"/>
            <a:ext cx="5166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近一个月走红的决策模型，我们第一时间接进项目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523744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F2329"/>
                </a:solidFill>
                <a:latin typeface="黑体"/>
                <a:ea typeface="黑体"/>
              </a:rPr>
              <a:t>· 判断动作本身危不危险，输出高/中/低危
· 本机优先 → 局域网 → 正则回退，来源标明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2461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5387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
· 载荷净化 · 超时隔离 · 内核兜底 · 启停即收回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453128"/>
            <a:ext cx="5166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1F2329"/>
                </a:solidFill>
                <a:latin typeface="黑体"/>
                <a:ea typeface="黑体"/>
              </a:rPr>
              <a:t>· 控制端已交付：集中看掩码事件、下发更严策略
· 默认关闭；每次上报都写本地审计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0749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2C13"/>
                </a:solidFill>
                <a:latin typeface="黑体"/>
                <a:ea typeface="黑体"/>
              </a:rPr>
              <a:t>laya 只做建议、不参与放行；适配层做成插件。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5760720"/>
            <a:ext cx="11173968" cy="50292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" y="5870448"/>
            <a:ext cx="11173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四个创新（一）：网关与用途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每一项配一段真实操作，先看它解决什么问题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入口处完成替换：真值只在本机内存，模型上下文只有占位符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06_网关占位符.gif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证据：审计里 LLM 输入只有 [NAME_0_x]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用途触线时直接拒绝：不调用模型，也不给审批放行机会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8426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8426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426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07_用途红线拒绝.gif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四个创新（二）：分级与知识库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第一时间适配；知识库入库即脱敏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laya 决策模型：第一时间适配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近一个月走红，我们第一时间接进项目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" y="2670048"/>
            <a:ext cx="4572000" cy="2852928"/>
          </a:xfrm>
          <a:prstGeom prst="rect">
            <a:avLst/>
          </a:prstGeom>
          <a:solidFill>
            <a:srgbClr val="F5F9F5"/>
          </a:solidFill>
          <a:ln w="12700">
            <a:solidFill>
              <a:srgbClr val="9AB3A3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0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5B6975"/>
                </a:solidFill>
                <a:latin typeface="黑体"/>
                <a:ea typeface="黑体"/>
              </a:rPr>
              <a:t>演示 GIF 待补录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4069079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8CA091"/>
                </a:solidFill>
                <a:latin typeface="Times New Roman"/>
                <a:ea typeface="Times New Roman"/>
              </a:rPr>
              <a:t>08_laya决策模型.gif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证据：本机→局域网→正则；只做建议、不参与放行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2783" y="1737360"/>
            <a:ext cx="5394960" cy="411480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2783" y="1737360"/>
            <a:ext cx="73152" cy="411480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1" y="184708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9712" y="182880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脱敏知识库：入库即脱敏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2157984"/>
            <a:ext cx="46177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向量库只存占位符；检索标注“片段不是全文”</a:t>
            </a:r>
          </a:p>
        </p:txBody>
      </p:sp>
      <p:pic>
        <p:nvPicPr>
          <p:cNvPr id="28" name="Picture 27" descr="demo_kb_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7921" y="2670048"/>
            <a:ext cx="4564684" cy="2852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684264" y="5559552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E7873"/>
                </a:solidFill>
                <a:latin typeface="黑体"/>
                <a:ea typeface="黑体"/>
              </a:rPr>
              <a:t>证据：入库即脱敏；向量库零明文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09 / 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5961888"/>
            <a:ext cx="11173968" cy="3840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025896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2C13"/>
                </a:solidFill>
                <a:latin typeface="黑体"/>
                <a:ea typeface="黑体"/>
              </a:rPr>
              <a:t>场景：律所 / 医院 / 制造 / 政府外包　　边界：控制面演示级原型；识别率 264/280（经验值）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