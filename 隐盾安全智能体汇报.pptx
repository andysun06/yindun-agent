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涉密办公用 AI：敏感原文不出本机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四个泄露环节，对应四道本地控制；模型只收到占位符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入口脱敏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378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008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9008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脱敏日志 + 加密存储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会话加密 + 审计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4378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008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008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9008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008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审批 + 权限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1737360"/>
            <a:ext cx="6245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架构分工：真值止于本机，模型只做推理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4688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本机可信域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2231136"/>
            <a:ext cx="4023360" cy="2542032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559552" y="2542032"/>
            <a:ext cx="93268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96128" y="2615184"/>
            <a:ext cx="859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黑体"/>
                <a:ea typeface="黑体"/>
              </a:rPr>
              <a:t>① 你的数据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2871216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姓名 / 文件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76288" y="2468880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7728" y="2560320"/>
            <a:ext cx="1389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/>
                <a:ea typeface="黑体"/>
              </a:rPr>
              <a:t>② 隐盾内核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7728" y="2834640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D6EBE0"/>
                </a:solidFill>
                <a:latin typeface="黑体"/>
                <a:ea typeface="黑体"/>
              </a:rPr>
              <a:t>识别 · 脱敏 · 权限
审批 · 审计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46920" y="2468880"/>
            <a:ext cx="190195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256032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③ 云端 / 本地模型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283464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只推理 · 只看见占位符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0" y="3675887"/>
            <a:ext cx="214884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88352" y="3758184"/>
            <a:ext cx="2002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④ 本机还原：占位符换回真值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92240" y="291693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449056" y="2916936"/>
            <a:ext cx="1197864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540496" y="25786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只发占位符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597896" y="338328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/>
          <p:nvPr/>
        </p:nvCxnSpPr>
        <p:spPr>
          <a:xfrm flipH="1">
            <a:off x="9464040" y="3886200"/>
            <a:ext cx="1133856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601200" y="3493008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返回仍是占位符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46336" y="228600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070848" y="2029968"/>
            <a:ext cx="969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信任边界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4297680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框架负责：识别 · 脱敏 · 权限 · 审批 · 审计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553712"/>
            <a:ext cx="3749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975"/>
                </a:solidFill>
                <a:latin typeface="黑体"/>
                <a:ea typeface="黑体"/>
              </a:rPr>
              <a:t>模型负责：只做推理，只收到占位符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" y="498348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07492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" y="539496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数据进模型前脱敏，回答回本机还原；模型侧看不到姓名、文件内容与历史记录。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" y="586130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C13"/>
                </a:solidFill>
                <a:latin typeface="黑体"/>
                <a:ea typeface="黑体"/>
              </a:rPr>
              <a:t>设计目标：可用 · 不可见 · 可审计 · 可部署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5897880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适用：律所 / 医院 / 制造 / 政府外包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三组能力覆盖办公流程，四个目标定义交付标准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能力回答“能做什么”，目标回答“做到什么程度”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190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74650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一、三组能力 · 能做什么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08483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脱敏知识库：入库即脱敏，零明文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3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个文件与办公工具，覆盖常用目录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3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3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工具、审批、还原全部写入哈希链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064" y="45537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8114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二、四个目标 · 做到什么程度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" y="491947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4670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129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8134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1598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标准安装包 + 单文件试用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Luhn；身份证看 18 位形状与出生日期，带分隔符的形态再过校验位；人名看姓氏表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268/280（经验值）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