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V3.3    ·    LangChain · PySide6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解析 + shell=False，去注入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弹窗展示申请工具与目标路径，杜绝“盲批”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高危操作审批弹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隐盾安全决策网关拦截弹窗（实测）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94960" cy="39722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5138928" cy="3539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718717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① 3 篇文档入库（入库即逐块脱敏），向量库零明文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394960" cy="3915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知识库检索回答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1819656"/>
            <a:ext cx="5138928" cy="34860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5662304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② 检索命中占位符 → 输出层还原真实值呈现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闭环要点：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模型全程只接触占位符；真实值仅在本地输出层还原，云端/向量库/审计均无明文。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攻击用例动态验证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一键安装包就绪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5 个测试套件 · 40+ 断言 · 全量通过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488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4884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35224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35224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93522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哈希链/防篡改/调用一致性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35224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2160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2160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721608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07992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07992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50799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执行/审批链/自定义/导出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507992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9437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294376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知识库管线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5294376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入库/检索/向量库零明文验证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294376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99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一键安装包  ·  Windows 安装向导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装到用户目录，无需管理员权限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桌面/开始菜单快捷方式 + 卸载器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