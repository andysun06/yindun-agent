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本轮修复项分布（共 12 项）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修复项</c:v>
                </c:pt>
              </c:strCache>
            </c:strRef>
          </c:tx>
          <c:spPr>
            <a:solidFill>
              <a:srgbClr val="0E7A4F"/>
            </a:solidFill>
          </c:spPr>
          <c:dPt>
            <c:idx val="0"/>
            <c:spPr>
              <a:solidFill>
                <a:srgbClr val="E8590C"/>
              </a:solidFill>
            </c:spPr>
          </c:dPt>
          <c:cat>
            <c:strRef>
              <c:f>Sheet1!$A$2:$A$4</c:f>
              <c:strCache>
                <c:ptCount val="3"/>
                <c:pt idx="0">
                  <c:v>P0 阻断</c:v>
                </c:pt>
                <c:pt idx="1">
                  <c:v>P1 架构</c:v>
                </c:pt>
                <c:pt idx="2">
                  <c:v>P2 缺陷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>
                  <a:solidFill>
                    <a:srgbClr val="0A5C3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V3.3    ·    LangChain · PySide6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攻击实验：隐私到底有没有用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 篇合成办公语料 · 41 个敏感实体实例（含国际前缀/全角/分段卡号/PEM/JWT/IPv6 等边界格式）· 17 个业务数字负样本 · 可一键复现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1153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029200"/>
                <a:gridCol w="2773375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实验（威胁）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出网泄露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脱敏召回率 / 明文泄露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  /  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业务数字误报率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0%（0/17）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可用性 · 往返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还原正确率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100%（13/13）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还原劫持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植入字面量占位符劫持成功率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/ 500 轮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提示注入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模型可见上下文中的真实 PII 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持久化扫描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落盘文件明文 PII 命中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审计预览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审计掩码后明文 PII 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无密钥还原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strict 模式是否泄露明文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否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3212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出网零明文 ⇒ 模型信息论上无法泄露它没见过的数据；nonce ⇒ 还原环节不可被植入劫持（碰撞率≈5.9×10⁻⁷）；Fernet+DPAPI ⇒ 拿走磁盘文件、无密钥也无法恢复明文。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shlex 解析 + shell=False，去注入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强制人工二次确认，超时自动驳回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高危操作：熔断挂起，人类安全员拍板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弹窗展示申请工具与目标路径，杜绝“盲批”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高危操作审批弹窗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隐盾安全决策网关拦截弹窗（实测）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攻击用例动态验证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400800" y="1737360"/>
          <a:ext cx="512064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400800" y="548640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一键安装包就绪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5 个测试套件 · 40+ 断言 · 全量通过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48840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实体/脱敏/还原/nonce/strict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4884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35224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35224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935224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哈希链/防篡改/调用一致性 14/14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935224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21608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21608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记忆管理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721608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摘要/跨轮还原/序列化 6/6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721608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07992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507992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工作流引擎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507992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执行/审批链/自定义/导出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507992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9437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294376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知识库管线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5294376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入库/检索/向量库零明文验证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294376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99 MB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一键安装包  ·  Windows 安装向导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装到用户目录，无需管理员权限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桌面/开始菜单快捷方式 + 卸载器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