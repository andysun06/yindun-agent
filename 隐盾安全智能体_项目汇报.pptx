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本轮修复项分布（共 12 项）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修复项</c:v>
                </c:pt>
              </c:strCache>
            </c:strRef>
          </c:tx>
          <c:spPr>
            <a:solidFill>
              <a:srgbClr val="0E7A4F"/>
            </a:solidFill>
          </c:spPr>
          <c:dPt>
            <c:idx val="0"/>
            <c:spPr>
              <a:solidFill>
                <a:srgbClr val="E8590C"/>
              </a:solidFill>
            </c:spPr>
          </c:dPt>
          <c:cat>
            <c:strRef>
              <c:f>Sheet1!$A$2:$A$4</c:f>
              <c:strCache>
                <c:ptCount val="3"/>
                <c:pt idx="0">
                  <c:v>P0 阻断</c:v>
                </c:pt>
                <c:pt idx="1">
                  <c:v>P1 架构</c:v>
                </c:pt>
                <c:pt idx="2">
                  <c:v>P2 缺陷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>
                  <a:solidFill>
                    <a:srgbClr val="0A5C3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V3.3    ·    LangChain · PySide6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解析 + shell=False，去注入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弹窗展示申请工具与目标路径，杜绝“盲批”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高危操作审批弹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隐盾安全决策网关拦截弹窗（实测）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攻击用例动态验证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00800" y="1737360"/>
          <a:ext cx="51206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400800" y="54864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一键安装包就绪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5 个测试套件 · 40+ 断言 · 全量通过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488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4884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35224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35224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93522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哈希链/防篡改/调用一致性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35224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2160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2160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721608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07992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07992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50799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执行/审批链/自定义/导出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507992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9437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294376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知识库管线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5294376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入库/检索/向量库零明文验证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294376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99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一键安装包  ·  Windows 安装向导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装到用户目录，无需管理员权限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桌面/开始菜单快捷方式 + 卸载器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