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本轮修复项分布（共 12 项）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修复项</c:v>
                </c:pt>
              </c:strCache>
            </c:strRef>
          </c:tx>
          <c:spPr>
            <a:solidFill>
              <a:srgbClr val="0E7A4F"/>
            </a:solidFill>
          </c:spPr>
          <c:dPt>
            <c:idx val="0"/>
            <c:spPr>
              <a:solidFill>
                <a:srgbClr val="E8590C"/>
              </a:solidFill>
            </c:spPr>
          </c:dPt>
          <c:cat>
            <c:strRef>
              <c:f>Sheet1!$A$2:$A$4</c:f>
              <c:strCache>
                <c:ptCount val="3"/>
                <c:pt idx="0">
                  <c:v>P0 阻断</c:v>
                </c:pt>
                <c:pt idx="1">
                  <c:v>P1 架构</c:v>
                </c:pt>
                <c:pt idx="2">
                  <c:v>P2 缺陷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0A5C3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大学生创新竞赛 · 项目汇报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0" y="173736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400800" y="5486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随附《评委使用说明》：本地/云端算力两步接入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大学生创新竞赛作品，仅供学习研究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