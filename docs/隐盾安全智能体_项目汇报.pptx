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V3.4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+ shell=False + 子命令级校验（封堵内联代码/安装入口）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7665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18 个测试套件 · 全部通过（含攻防评测 9 项实验）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 + 知识库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执行/审批链/导出；入库检索零明文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白名单（新增）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 项高危入口全拦截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取消 + 回归（新增）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取消 0.33s 返回；泄露 0 / 误伤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