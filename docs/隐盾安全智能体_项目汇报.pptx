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V3.6.13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评测协议：开发集（13 篇，仅作回归基线）与留出集（60 篇 · 280 个注入值）分离，注入值零重合、规则冻结后一次性运行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两条性质分开陈述：架构保证不依赖识别覆盖率 —— 认出来的绝不出网，认不出来的逐项公开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12848"/>
          <a:ext cx="109115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性质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出网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已识别实体的出网明文实例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往返逐字一致 / 劫持成功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60/60 · 0（500 轮）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持久化与审计产物明文命中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留出集完整脱敏（全量口径）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其中：系统声明支持的写法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业务数字被误脱敏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0/80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已声明未覆盖的形态清单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例（报告 5.4）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认出来的实体绝不出网——模型在信息论上无法泄露它从未接触的数据；认不出来的形态我们不隐藏、逐项公开并说明原因。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nonce ⇒ 还原环节不可被植入劫持（碰撞率≈5.9×10⁻⁷）；Fernet+DPAPI ⇒ 拿走磁盘文件、无密钥也恢复不出明文；全部读数可一键复现。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高危操作：先判用途，再熔断挂起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用途红线先行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收集个人信息用于出售/牟利 → 模型与工具调用前直接拒绝；外发/公开 → 弹窗顶部红色警示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419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企业部署形态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控制面：把集中管理加上去，不减一条既有性质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91056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yindun/control/ · 零新增依赖（SQLite + 标准库）· core/ 仅新增一个审计事件类型 · 端点上报默认关闭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66543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控制面拿不到明文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看到的内容＝端点本地审计落盘的内容；敏感路径已掩码为占位符，映射密钥由端点 DPAPI 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44368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策略只能收紧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敏感路径取并集 / 审批下限取更严 / 允许模型与插件取交集 / 严格模式取或；降级键整包拒绝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1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1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链头外部锚定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逐次留痕（条数·链头·legacy 前缀）：截断/改写/缺口/断链等六种删改手法可检出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0016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默认关闭 · 本机留痕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406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绝不静默上报；每次上报成功或失败都写本地审计（control_report），用户可查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691640"/>
            <a:ext cx="4983480" cy="425196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65960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 条放行通路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0779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控制面被攻破，也只能让端点管得更严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3456432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611880"/>
            <a:ext cx="4526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脱敏豁免 · 审批放行 · 白名单放行 · 审计开关：无任何下发通路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端点侧再做一次单调合并兜底，签名只解决来源与完整性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控制台五页：态势总览 / 事件台账 / 端点资产 / 策略下发 / 模型用量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不代理模型流量、不做整机监控；原型边界如实声明（无 TLS / 无 RBAC）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22 个测试/评测套件 · 全部通过（含攻防评测 9 项实验 + 留出集评测 + 控制面七组）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27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模型与正则双后端；8 向拖拽锚定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