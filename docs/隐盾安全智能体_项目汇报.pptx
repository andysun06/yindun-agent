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V3.6.14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22 个测试/评测套件 · 全部通过（含攻防评测 9 项实验 + 留出集评测 + 控制面七组）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