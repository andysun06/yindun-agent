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V3.4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 篇合成办公语料 · 41 个敏感实体实例（含国际前缀/全角/分段卡号/PEM/JWT/IPv6 等边界格式）· 17 个业务数字负样本 · 可一键复现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65960"/>
          <a:ext cx="10911535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029200"/>
                <a:gridCol w="2773375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实验（威胁）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出网泄露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脱敏召回率 / 明文泄露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  /  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业务数字误报率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0%（0/17）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可用性 · 往返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还原正确率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100%（13/13）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还原劫持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植入字面量占位符劫持成功率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/ 500 轮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黑盒主动 · 提示注入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模型可见上下文中的真实 PII 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持久化扫描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落盘文件明文 PII 命中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审计预览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审计掩码后明文 PII 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白盒 · 无密钥还原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strict 模式是否泄露明文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否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53212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出网零明文 ⇒ 模型信息论上无法泄露它没见过的数据；nonce ⇒ 还原环节不可被植入劫持（碰撞率≈5.9×10⁻⁷）；Fernet+DPAPI ⇒ 拿走磁盘文件、无密钥也无法恢复明文。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shlex + shell=False + 子命令级校验（封堵内联代码/安装入口）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强制人工二次确认，超时自动驳回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394960" cy="397221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5138928" cy="3539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718717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① 3 篇文档入库（入库即逐块脱敏），向量库零明文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394960" cy="3915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8_知识库检索回答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216" y="1819656"/>
            <a:ext cx="5138928" cy="34860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72200" y="5662304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② 检索命中占位符 → 输出层还原真实值呈现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闭环要点：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模型全程只接触占位符；真实值仅在本地输出层还原，云端/向量库/审计均无明文。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7665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5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8 个测试套件 · 全部通过（含攻防评测 9 项实验）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实体/脱敏/还原/nonce/strict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哈希链/防篡改/一致性 14/14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记忆管理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摘要/跨轮还原/序列化 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工作流 + 知识库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执行/审批链/导出；入库检索零明文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白名单（新增）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 项高危入口全拦截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取消 + 回归（新增）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取消 0.33s 返回；泄露 0 / 误伤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