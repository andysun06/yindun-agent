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V3.6.20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篇真实格式文档往返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逐字一致（语料自建）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500 轮定向还原劫持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未成功（限该攻击面）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264/280、94.3%（含 16 例未覆盖）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264/264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 个负样本中误伤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 例 / 4 类（报告 5.4）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识别读数均为修复后在原留出集上的复测（首跑 222/280）；nonce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先判用途，再判操作：审批不是一次盲签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请求用途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先问「想干什么」：意图 / 数据 / 去向 / 用途（操作意图预判插件）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是否相符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再问「操作对不对得上请求」；用途触线时不再输出「相符」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操作风险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最后评操作本身；laya 明确标注「只评操作，不评价用途」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红线先行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个人信息 + 出售/牟利 → 模型与工具调用前直接拒绝；外发/公开 → 顶部红色警示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 + 透明上下文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阻塞写盘线程；展示工具、真实路径与待写入内容，杜绝「盲批」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驳回即停 + 超时兜底 + 审计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驳回不执行；超时终止本轮；批准/驳回均入哈希链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审批弹窗：顶部红色用途警示；下方「意图预判」与「只评操作本身」分层，不再用「相符 + 低危」给卖数据背书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39 个测试/评测套件 · 全部通过（攻防 9 项实验 + 留出集 + 控制面七组 + V3.6.19 缺陷 12 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模型/正则双后端；8 向拖拽；12 条缺陷回归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2.7万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