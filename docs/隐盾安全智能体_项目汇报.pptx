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V3.4.5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7665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 个测试套件 · 全部通过（含攻防评测 9 项实验）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模型与正则双后端；8 向拖拽锚定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