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技术汇报 · 隐私计算桌面智能体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V3.5.0    ·    LangChain · pywebview/WebView2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研究背景与动机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做成一个可用系统，要跨四道坎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19" y="1691640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19656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可用 vs 不可见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691640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删掉敏感值模型就没法答——必须抹去真实值又保留语义结构，这是「占位符化」而非「删除」的设计动机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25496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2825496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953512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召回 vs 精确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25496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中文敏感信息形态多变（全角/分段/国际前缀），既要高召回不漏，又不能误伤订单号、版本号等业务数字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59352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959352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4087368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全链路一致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959352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脱敏只做入口没用：落盘会话、审计、向量库、输出还原任一环节旁路，整体即失效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093208"/>
            <a:ext cx="10911535" cy="987552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19" y="5093208"/>
            <a:ext cx="822960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21224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可证明性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5093208"/>
            <a:ext cx="7162495" cy="9875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「隐私有效」不能靠宣称，需在明确威胁模型下以可复现的攻击实验来度量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806440"/>
            <a:ext cx="10911535" cy="658368"/>
          </a:xfrm>
          <a:prstGeom prst="roundRect">
            <a:avLst>
              <a:gd name="adj" fmla="val 10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10362895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形式化：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A(x) ↦ (x̂, M)，M = {占位符 ↦ Enc</a:t>
            </a:r>
            <a:r>
              <a:rPr sz="9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k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(真实值)}；保证 机密性(x̂无明文) · 可逆性(持钥还原=x) · 还原不可伪造(nonce) · 持久化机密(无钥不可解)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形式化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隐私算法的形式化定义与四条保证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10911535" cy="76809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14173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脱敏映射</a:t>
            </a:r>
          </a:p>
        </p:txBody>
      </p:sp>
      <p:pic>
        <p:nvPicPr>
          <p:cNvPr id="7" name="Picture 6" descr="eq_an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084" y="1709928"/>
            <a:ext cx="8170606" cy="457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2395728"/>
            <a:ext cx="10911535" cy="96926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395728"/>
            <a:ext cx="141732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还原算子</a:t>
            </a:r>
          </a:p>
        </p:txBody>
      </p:sp>
      <p:pic>
        <p:nvPicPr>
          <p:cNvPr id="10" name="Picture 9" descr="eq_rest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05" y="2551176"/>
            <a:ext cx="4530963" cy="658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401568"/>
            <a:ext cx="1091153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在既定威胁模型下主张四条安全性质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  机密性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任意敏感值不出现在送入模型的文本中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5395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59987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  可逆性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9987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持密钥还原，结果与原文完全一致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0711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5303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还原不可伪造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5303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占位符含随机 nonce，无法被植入劫持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06027" y="3794760"/>
            <a:ext cx="2645587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3D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70619" y="3950208"/>
            <a:ext cx="231640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4  持久化机密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0619" y="4370832"/>
            <a:ext cx="231640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无密钥时磁盘产物不可恢复明文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394960"/>
            <a:ext cx="10911535" cy="676656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394960"/>
            <a:ext cx="1417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量化</a:t>
            </a:r>
          </a:p>
        </p:txBody>
      </p:sp>
      <p:pic>
        <p:nvPicPr>
          <p:cNvPr id="26" name="Picture 25" descr="eq_prop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7545" y="5550408"/>
            <a:ext cx="591968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核心方法 · 威胁模型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威胁模型：四类攻击者与攻击博弈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仅观察出网文本与模型输出（被攻破的模型方、链路窃听）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45920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机密性：无明文可泄露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05456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05456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黑盒·主动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39" y="2505456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可向文档植入伪造占位符 / 注入越权指令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505456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还原不可伪造（nonce）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64992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64992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白盒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39" y="3364992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读本地磁盘持久化文件，但不在活动用户会话内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364992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持久化机密：密文存储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24528"/>
            <a:ext cx="10911535" cy="749808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24528"/>
            <a:ext cx="18288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白盒·持钥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4224528"/>
            <a:ext cx="5486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劫持当前 Windows 会话、可调用 DPAPI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4224528"/>
            <a:ext cx="35048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防线：</a:t>
            </a:r>
            <a:r>
              <a:rPr sz="12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既定边界：等价用户本人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911535" cy="694944"/>
          </a:xfrm>
          <a:prstGeom prst="roundRect">
            <a:avLst>
              <a:gd name="adj" fmla="val 6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120640"/>
            <a:ext cx="14173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攻击博弈</a:t>
            </a:r>
          </a:p>
        </p:txBody>
      </p:sp>
      <p:pic>
        <p:nvPicPr>
          <p:cNvPr id="23" name="Picture 22" descr="eq_g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2242" y="5276088"/>
            <a:ext cx="5390290" cy="38404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0080" y="5870448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机密性 ⇔ 出网泄露博弈中对手胜率为 0；还原不可伪造 ⇔ 劫持博弈成功率受 nonce 空间界定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效果验证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隐私防护有效性：攻击实验与结果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评测协议：开发集（13 篇，仅作回归基线）与留出集（60 篇 · 280 个注入值）分离，注入值零重合、规则冻结后一次性运行</a:t>
            </a:r>
          </a:p>
          <a:p>
            <a:pPr algn="l">
              <a:lnSpc>
                <a:spcPct val="110000"/>
              </a:lnSpc>
            </a:pPr>
            <a:r>
              <a:rPr sz="12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两条性质分开陈述：架构保证不依赖识别覆盖率 —— 认出来的绝不出网，认不出来的逐项公开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212848"/>
          <a:ext cx="1091153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669280"/>
                <a:gridCol w="2773375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性质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出网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已识别实体的出网明文实例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还原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往返逐字一致 / 劫持成功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60/60 · 0（500 轮）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架构保证 · 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持久化与审计产物明文命中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留出集完整脱敏（全量口径）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识别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其中：系统声明支持的写法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222/230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经验测量 · 误伤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业务数字被误脱敏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0/80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边界公开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已声明未覆盖的形态清单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E7A4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 例（报告 5.4）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5257800"/>
            <a:ext cx="1091153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关键结论：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认出来的实体绝不出网——模型在信息论上无法泄露它从未接触的数据；认不出来的形态我们不隐藏、逐项公开并说明原因。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nonce ⇒ 还原环节不可被植入劫持（碰撞率≈5.9×10⁻⁷）；Fernet+DPAPI ⇒ 拿走磁盘文件、无密钥也恢复不出明文；全部读数可一键复现。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python/pip/git/echo；Job Object 进程容器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子命令级校验 + 严格模式可禁用解释器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弹窗展示待执行内容与脚本预览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python -c 内联代码 / pip install → 子命令级拒绝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弹窗展示申请工具、目标路径与即将执行的命令/写入内容，杜绝“盲批”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b_审批弹窗_含待审内容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隐盾安全决策网关拦截弹窗（含待审命令/内容）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 知识库 · 实测闭环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6766560" cy="474882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8_知识库入库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819656"/>
            <a:ext cx="6510528" cy="43227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95332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文档入库即逐块脱敏（实拍：5 篇文档 / 8 个片段，向量库零明文）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11535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① 入库即脱敏：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整篇先脱敏再切块，向量库只存占位符（长实体不被切碎成明文碎片）。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② 检索与还原：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命中片段以占位符形态送入模型（本地或外部算力，出网亦无明文），回答中的占位符由输出层在本机还原为真实值。</a:t>
            </a:r>
          </a:p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③ 验证口径：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 test_kb_pipeline + 本地 E2E（检索工具被真实调用）；外部模型自行改写占位符编号时该片段以占位符原样显示（已知边界）。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插件体系：内核不可插件化，其余皆可插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边界按「能力性质」划分，而不是按模块归属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864" cy="13716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057400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安全内核（永不开放）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23160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脱敏网关 / 白名单 / 审批放行 / 审计链 / 沙箱 / 模型接入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630168"/>
            <a:ext cx="54864" cy="137160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630168"/>
            <a:ext cx="50292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能力扩展（开放，只做加法）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995928"/>
            <a:ext cx="5029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补充识别 · 扩展解析 · 工作流模板 · 导出格式 · 审批提示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257800"/>
            <a:ext cx="5394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为什么这么切：判定权一旦可插拔，等于把「安全」交给任意第三方代码；
而只增不减的能力（多识别一类实体、多解析一种格式）插件化，
既能保持内核精简，又让系统可以持续长大。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「只能做加法」落在代码里的五条约束</a:t>
            </a:r>
          </a:p>
        </p:txBody>
      </p:sp>
      <p:sp>
        <p:nvSpPr>
          <p:cNvPr id="14" name="Oval 13"/>
          <p:cNvSpPr/>
          <p:nvPr/>
        </p:nvSpPr>
        <p:spPr>
          <a:xfrm>
            <a:off x="6172200" y="2057400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2057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039112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识别只增不减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386584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追加区间由内核复核（越界/超长/重叠丢弃），无「免于脱敏」入口</a:t>
            </a:r>
          </a:p>
        </p:txBody>
      </p:sp>
      <p:sp>
        <p:nvSpPr>
          <p:cNvPr id="18" name="Oval 17"/>
          <p:cNvSpPr/>
          <p:nvPr/>
        </p:nvSpPr>
        <p:spPr>
          <a:xfrm>
            <a:off x="6172200" y="2990088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72200" y="299008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971800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模板不降审批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319272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高危步骤（写盘/删除/执行/导出）强制人工审批，声明 auto 也被纠正</a:t>
            </a:r>
          </a:p>
        </p:txBody>
      </p:sp>
      <p:sp>
        <p:nvSpPr>
          <p:cNvPr id="22" name="Oval 21"/>
          <p:cNvSpPr/>
          <p:nvPr/>
        </p:nvSpPr>
        <p:spPr>
          <a:xfrm>
            <a:off x="6172200" y="3922776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2200" y="3922776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904488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内核兜底不可顶替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251960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导出格式名保留、附件解析内核原生格式优先</a:t>
            </a:r>
          </a:p>
        </p:txBody>
      </p:sp>
      <p:sp>
        <p:nvSpPr>
          <p:cNvPr id="26" name="Oval 25"/>
          <p:cNvSpPr/>
          <p:nvPr/>
        </p:nvSpPr>
        <p:spPr>
          <a:xfrm>
            <a:off x="6172200" y="4855464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485546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37176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能力跟着开关走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184648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停用即注销模板、摘除识别器，「关了还在跑」不允许</a:t>
            </a:r>
          </a:p>
        </p:txBody>
      </p:sp>
      <p:sp>
        <p:nvSpPr>
          <p:cNvPr id="30" name="Oval 29"/>
          <p:cNvSpPr/>
          <p:nvPr/>
        </p:nvSpPr>
        <p:spPr>
          <a:xfrm>
            <a:off x="6172200" y="5788152"/>
            <a:ext cx="310896" cy="310896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5788152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5769864"/>
            <a:ext cx="4937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不允许静默失效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6117336"/>
            <a:ext cx="49377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钩子函数缺失记为错误 + 界面插件自检 + 读不到配置要告警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6419088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内置 6 个插件（默认关闭，按需启用；启停与配置改动均写审计）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两轮红队：动态攻击验证 + 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含可复现证据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691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安全内核级问题（节选，均可 git 追溯）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26480" y="2084831"/>
          <a:ext cx="539495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7639"/>
                <a:gridCol w="1417320"/>
              </a:tblGrid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核心问题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提交</a:t>
                      </a:r>
                    </a:p>
                  </a:txBody>
                  <a:tcPr>
                    <a:solidFill>
                      <a:srgbClr val="0E7A4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命令执行 shell=True+黑名单可绕过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沙箱默认放行任意绝对路径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审批共用单 Event，点一个放行全部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e17fd83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工作流绕过隐私网关，原文直发云端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357907f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审计还原后落盘，泄露明文 PII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占位符可预测，被植入字面量劫持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a79645c</a:t>
                      </a:r>
                    </a:p>
                  </a:txBody>
                  <a:tcPr>
                    <a:solidFill>
                      <a:srgbClr val="F0F5F2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233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映射表明文落盘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0A5C3B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9150bf9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26480" y="544068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企业部署形态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控制面：把集中管理加上去，不减一条既有性质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91056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yindun/control/ · 零新增依赖（SQLite + 标准库）· core/ 仅新增一个审计事件类型 · 端点上报默认关闭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66543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579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控制面拿不到明文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50591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看到的内容＝端点本地审计落盘的内容；敏感路径已掩码为占位符，映射密钥由端点 DPAPI 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44368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035808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策略只能收紧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28415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敏感路径取并集 / 审批下限取更严 / 允许模型与插件取交集 / 严格模式取或；降级键整包拒绝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22191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913631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链头外部锚定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062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逐次留痕（条数·链头·legacy 前缀）：截断/改写/缺口/断链等六种删改手法可检出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700016"/>
            <a:ext cx="562356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9145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默认关闭 · 本机留痕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84064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绝不静默上报；每次上报成功或失败都写本地审计（control_report），用户可查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1691640"/>
            <a:ext cx="4983480" cy="425196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0" y="1965960"/>
            <a:ext cx="452628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 条放行通路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2907792"/>
            <a:ext cx="4526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控制面被攻破，也只能让端点管得更严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3456432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611880"/>
            <a:ext cx="4526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脱敏豁免 · 审批放行 · 白名单放行 · 审计开关：无任何下发通路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端点侧再做一次单调合并兜底，签名只解决来源与完整性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控制台五页：态势总览 / 事件台账 / 端点资产 / 策略下发 / 模型用量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1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不代理模型流量、不做整机监控；原型边界如实声明（无 TLS / 无 RBAC）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免安装单文件 exe 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22 个测试/评测套件 · 全部通过（含攻防评测 9 项实验 + 留出集评测 + 控制面七组）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 + 回归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03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27 类实体；泄露 0 / 误伤 0 / 落盘扫描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03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89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7889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对抗集 + 真实文档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7889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14 项格式变体；8 种真实格式全链路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7889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4747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47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4747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 + 链锚点 19/19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4747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1605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1605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1605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高危入口全拦截 + 进程容器 + 严格模式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1605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8463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8463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插件 + 记忆 + 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48463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宿主契约 / 能力端到端 / 执行与导出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48463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532120"/>
            <a:ext cx="5486400" cy="6035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32120"/>
            <a:ext cx="219456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laya 插件 + 窗口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5532120"/>
            <a:ext cx="24688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模型与正则双后端；8 向拖拽锚定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0" y="5532120"/>
            <a:ext cx="4572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 个 exe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免安装 · 双击即用 · 无需脚本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 onefile）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单文件双击即用，无需安装与脚本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配置/会话/审计/向量库写在 exe 同目录，删文件即卸载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技术报告 · 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