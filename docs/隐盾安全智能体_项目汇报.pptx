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V3.6.17    ·    LangChain · pywebview/WebView2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评测协议：开发集（13 篇，仅作回归基线）与留出集（60 篇 · 280 个注入值）分离，注入值零重合、规则冻结后一次性运行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两条性质分开陈述：架构保证不依赖识别覆盖率 —— 认出来的绝不出网，认不出来的逐项公开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12848"/>
          <a:ext cx="1091153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669280"/>
                <a:gridCol w="2773375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性质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出网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已识别实体的出网明文实例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往返逐字一致 / 劫持成功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60/60 · 0（500 轮）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持久化与审计产物明文命中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留出集完整脱敏（全量口径）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222/280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其中：系统声明支持的写法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误伤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业务数字被误脱敏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0/80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边界公开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已声明未覆盖的形态清单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 例（报告 5.4）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2578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认出来的实体绝不出网——模型在信息论上无法泄露它从未接触的数据；认不出来的形态我们不隐藏、逐项公开并说明原因。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nonce ⇒ 还原环节不可被植入劫持（碰撞率≈5.9×10⁻⁷）；Fernet+DPAPI ⇒ 拿走磁盘文件、无密钥也恢复不出明文；全部读数可一键复现。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python/pip/git/echo；Job Object 进程容器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子命令级校验 + 严格模式可禁用解释器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弹窗展示待执行内容与脚本预览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python -c 内联代码 / pip install → 子命令级拒绝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高危操作：先判用途，再熔断挂起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用途红线先行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收集个人信息用于出售/牟利 → 模型与工具调用前直接拒绝；外发/公开 → 弹窗顶部红色警示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弹窗展示申请工具、目标路径与即将执行的命令/写入内容，杜绝“盲批”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b_审批弹窗_含待审内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隐盾安全决策网关拦截弹窗（含待审命令/内容）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 知识库 · 实测闭环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6766560" cy="47488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知识库入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19656"/>
            <a:ext cx="6510528" cy="43227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95332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文档入库即逐块脱敏（实拍：5 篇文档 / 8 个片段，向量库零明文）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1153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① 入库即脱敏：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整篇先脱敏再切块，向量库只存占位符（长实体不被切碎成明文碎片）。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② 检索与还原：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命中片段以占位符形态送入模型（本地或外部算力，出网亦无明文），回答中的占位符由输出层在本机还原为真实值。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③ 验证口径：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 test_kb_pipeline + 本地 E2E（检索工具被真实调用）；外部模型自行改写占位符编号时该片段以占位符原样显示（已知边界）。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插件体系：内核不可插件化，其余皆可插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边界按「能力性质」划分，而不是按模块归属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4864" cy="1371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57400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安全内核（永不开放）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231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脱敏网关 / 白名单 / 审批放行 / 审计链 / 沙箱 / 模型接入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30168"/>
            <a:ext cx="54864" cy="137160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30168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能力扩展（开放，只做加法）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95928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补充识别 · 扩展解析 · 工作流模板 · 导出格式 · 审批提示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为什么这么切：判定权一旦可插拔，等于把「安全」交给任意第三方代码；
而只增不减的能力（多识别一类实体、多解析一种格式）插件化，
既能保持内核精简，又让系统可以持续长大。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「只能做加法」落在代码里的五条约束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057400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057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03911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识别只增不减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86584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追加区间由内核复核（越界/超长/重叠丢弃），无「免于脱敏」入口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2990088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9900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971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模板不降审批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319272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高危步骤（写盘/删除/执行/导出）强制人工审批，声明 auto 也被纠正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3922776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90448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内核兜底不可顶替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251960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导出格式名保留、附件解析内核原生格式优先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55464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8554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37176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能力跟着开关走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184648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停用即注销模板、摘除识别器，「关了还在跑」不允许</a:t>
            </a:r>
          </a:p>
        </p:txBody>
      </p:sp>
      <p:sp>
        <p:nvSpPr>
          <p:cNvPr id="30" name="Oval 29"/>
          <p:cNvSpPr/>
          <p:nvPr/>
        </p:nvSpPr>
        <p:spPr>
          <a:xfrm>
            <a:off x="6172200" y="5788152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76986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不允许静默失效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117336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钩子函数缺失记为错误 + 界面插件自检 + 读不到配置要告警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641908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内置 6 个插件（默认关闭，按需启用；启停与配置改动均写审计）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两轮红队：动态攻击验证 + 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含可复现证据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企业部署形态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控制面：把集中管理加上去，不减一条既有性质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91056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yindun/control/ · 零新增依赖（SQLite + 标准库）· core/ 仅新增一个审计事件类型 · 端点上报默认关闭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66543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5798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控制面拿不到明文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看到的内容＝端点本地审计落盘的内容；敏感路径已掩码为占位符，映射密钥由端点 DPAPI 托管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44368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358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策略只能收紧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28415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敏感路径取并集 / 审批下限取更严 / 允许模型与插件取交集 / 严格模式取或；降级键整包拒绝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22191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13631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链头外部锚定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逐次留痕（条数·链头·legacy 前缀）：截断/改写/缺口/断链等六种删改手法可检出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700016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5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默认关闭 · 本机留痕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8406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绝不静默上报；每次上报成功或失败都写本地审计（control_report），用户可查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1691640"/>
            <a:ext cx="4983480" cy="425196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965960"/>
            <a:ext cx="4526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 条放行通路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907792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控制面被攻破，也只能让端点管得更严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3456432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611880"/>
            <a:ext cx="4526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脱敏豁免 · 审批放行 · 白名单放行 · 审计开关：无任何下发通路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端点侧再做一次单调合并兜底，签名只解决来源与完整性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控制台五页：态势总览 / 事件台账 / 端点资产 / 策略下发 / 模型用量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不代理模型流量、不做整机监控；原型边界如实声明（无 TLS / 无 RBAC）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免安装单文件 exe 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39 个测试/评测套件 · 全部通过（攻防 9 项实验 + 留出集 + 控制面七组 + V3.6.17 缺陷 12 条）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 + 回归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03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27 类实体；泄露 0 / 误伤 0 / 落盘扫描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03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对抗集 + 真实文档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 项格式变体；8 种真实格式全链路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889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 + 链锚点 19/19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4747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605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1605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高危入口全拦截 + 进程容器 + 严格模式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1605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463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 + 记忆 + 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8463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宿主契约 / 能力端到端 / 执行与导出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8463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32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laya 插件 + 窗口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532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模型/正则双后端；8 向拖拽；12 条缺陷回归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532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个 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免安装 · 双击即用 · 无需脚本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 onefile）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单文件双击即用，无需安装与脚本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配置/会话/审计/向量库写在 exe 同目录，删文件即卸载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2.7万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